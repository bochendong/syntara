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7" r:id="rId4"/>
    <p:sldId id="263" r:id="rId5"/>
    <p:sldId id="264" r:id="rId6"/>
    <p:sldId id="268" r:id="rId7"/>
    <p:sldId id="265" r:id="rId8"/>
    <p:sldId id="259" r:id="rId9"/>
    <p:sldId id="260" r:id="rId10"/>
    <p:sldId id="257" r:id="rId11"/>
    <p:sldId id="258" r:id="rId12"/>
    <p:sldId id="266" r:id="rId13"/>
    <p:sldId id="261" r:id="rId14"/>
    <p:sldId id="269" r:id="rId15"/>
    <p:sldId id="34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00F9-84DE-8560-7BF3-73F8CA11F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4613B-D7A7-104A-6FE4-5CD29CDD6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988B0-5C29-7F3A-804D-C8830392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526E3-6AD7-91FE-BC1B-108BEA58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B391B-816B-E247-E08C-8B4C3A36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953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1382-6B00-3B43-E360-7448AB5D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B63A-6DFA-68E1-5874-166161E6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B261-896E-9BEE-B659-3726BD9B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B4FC-EAEA-0669-803A-7771D8C8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8891E-3F88-3EF6-7961-9D29EFCE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555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A581-949F-7A0A-27B7-9700F770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FA106-E269-E7A9-DE87-C9C27F842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9B453-C30F-54E1-4917-A6DDD4A66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2A5F-62CD-12CF-14A8-DE3A38A2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83926-C610-9A5B-837C-77759343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147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FA62-63FC-E0EC-9987-54E382C9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3C01-660E-8F86-C0DF-3E97C8A7C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27A33-FBF6-B2E9-D4BD-B4624725C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353F7-40D8-A65B-F4B0-6CCA7AB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1B7E9-4B49-7D7A-B71F-197DFC38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CCF30-E4FA-C197-263D-0C8DFCEB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590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9707-10E0-9D41-E1D0-D5EDA49E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9BDF8-182A-D042-2FAD-034FF9E17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3F656-19A7-BA64-24EA-46000CE20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ED36E-FF3C-8447-B5F3-A0FB5B884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8C8FC-0B0F-97E6-6DAB-4739B69E8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C70EC-6150-7EBA-95ED-1BBFA5BF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40FF8-66D9-4A8B-1755-0BA1F3D5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03598-3F2D-6EA3-CC6F-25C3D976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758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9D45-F7ED-AC46-7E39-E7B22561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71A16-D34A-977B-E0EC-0C382ADD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6C353-D97A-A8FE-85C9-ABF58DC2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E324F-BBC9-2168-51B3-C4507053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544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D7DD7-93F2-873D-4CF8-491D4BEB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ED9EC-3052-9B9D-BBDE-51DB58D0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8EA95-9C4F-52C1-9AEF-6E7C8D7B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514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712D-25A7-AA83-B987-8092B8E7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4C4D-E654-DB99-BC89-A918AD4EB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7CEB7-98D6-5671-A7C6-3760D2F1D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7559C-6823-3968-4F58-EE5418EE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072C-AB22-1F4A-90A7-C78C747F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40910-15D4-A102-BAFC-C0E312B8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595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37C3-4939-4E54-2942-14E16286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BB66F-800C-87AB-664F-122B8D783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A3DA-0273-F077-6840-1092B1F3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AC922-E91F-EF30-932F-AD58EBE8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B04A2-1750-8B48-AE1E-E4EE4CAB5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A9DAF-2F14-73D2-65A2-D2894720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3951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2604-421F-A4D6-A3B0-39874A51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D3EAB-75BE-25BC-3683-592EAC97A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8AC5-16ED-51D2-C140-B3EE3F01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EEAB-81B1-83DB-4D9F-BFD402D3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01937-E862-66EC-B884-21AB0974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17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FB406-E69B-DB53-2873-DF613CD4C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CF115-49D3-F992-0C59-933F9A547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CFF34-75AA-A0C7-E5B0-3B0D4842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C65D6-0080-83C5-7908-396BFAB5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9FFCA-10D4-FB62-EF9E-34CC1D46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108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5F03F-7FB8-BB2F-A4EA-9F72DA12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FD8E5-F7CC-1802-2FE5-5E57EE41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85AFA-0784-CEEB-926C-469C7F3A0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08F14-D2FE-4E00-930B-6DCEC3DD5416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CBD8E-D050-F866-4BBA-6DD776047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C4565-0875-5E35-77D2-7BF9D2BC7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F6B85-DF4C-455D-A8E1-425B50236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57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5713-3DB1-3083-32CD-EF2DE4D97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055"/>
            <a:ext cx="9144000" cy="1121505"/>
          </a:xfrm>
        </p:spPr>
        <p:txBody>
          <a:bodyPr>
            <a:normAutofit/>
          </a:bodyPr>
          <a:lstStyle/>
          <a:p>
            <a:r>
              <a:rPr lang="en-CA" dirty="0"/>
              <a:t>Domestic violence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8D234-47F4-AF6F-C3C4-3C9B60CF72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 descr="A purple ribbon on a white paper&#10;&#10;Description automatically generated">
            <a:extLst>
              <a:ext uri="{FF2B5EF4-FFF2-40B4-BE49-F238E27FC236}">
                <a16:creationId xmlns:a16="http://schemas.microsoft.com/office/drawing/2014/main" id="{A3B14EC9-125C-6137-B5B1-5E9593AB1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672" y="1905389"/>
            <a:ext cx="8160169" cy="42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31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4C34-E472-AFC8-CD45-6F96AF0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it (</a:t>
            </a:r>
            <a:r>
              <a:rPr lang="en-CA" dirty="0" err="1"/>
              <a:t>Anova</a:t>
            </a:r>
            <a:r>
              <a:rPr lang="en-CA" dirty="0"/>
              <a:t>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70F10-40F0-0800-ECDA-99270624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CA" dirty="0"/>
              <a:t>Domestic violence is </a:t>
            </a:r>
            <a:r>
              <a:rPr lang="en-CA" b="1" dirty="0"/>
              <a:t>abuse, control, and/or violence that occurs in the context of a family or partnership</a:t>
            </a:r>
            <a:r>
              <a:rPr lang="en-CA" dirty="0"/>
              <a:t>. </a:t>
            </a:r>
          </a:p>
          <a:p>
            <a:pPr>
              <a:lnSpc>
                <a:spcPct val="150000"/>
              </a:lnSpc>
            </a:pPr>
            <a:endParaRPr lang="en-CA" dirty="0"/>
          </a:p>
          <a:p>
            <a:pPr>
              <a:lnSpc>
                <a:spcPct val="150000"/>
              </a:lnSpc>
            </a:pPr>
            <a:r>
              <a:rPr lang="en-CA" dirty="0"/>
              <a:t>It can happen between intimate partners, between siblings, between parents and children, and/or between adult children and elderly parents. </a:t>
            </a:r>
          </a:p>
          <a:p>
            <a:pPr>
              <a:lnSpc>
                <a:spcPct val="150000"/>
              </a:lnSpc>
            </a:pPr>
            <a:r>
              <a:rPr lang="en-CA" dirty="0"/>
              <a:t>The use of abusive behaviours and/or violence is a choice.</a:t>
            </a:r>
          </a:p>
        </p:txBody>
      </p:sp>
    </p:spTree>
    <p:extLst>
      <p:ext uri="{BB962C8B-B14F-4D97-AF65-F5344CB8AC3E}">
        <p14:creationId xmlns:p14="http://schemas.microsoft.com/office/powerpoint/2010/main" val="151801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6141-162A-F85A-34AC-CED381B9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few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D20FA-A517-392F-C8F9-3B812A12D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Physical assaults</a:t>
            </a:r>
          </a:p>
          <a:p>
            <a:r>
              <a:rPr lang="en-CA" dirty="0"/>
              <a:t>Stalking</a:t>
            </a:r>
          </a:p>
          <a:p>
            <a:r>
              <a:rPr lang="en-CA" dirty="0"/>
              <a:t>Harassment</a:t>
            </a:r>
          </a:p>
          <a:p>
            <a:r>
              <a:rPr lang="en-CA" dirty="0"/>
              <a:t>Sexual exploitation</a:t>
            </a:r>
          </a:p>
          <a:p>
            <a:r>
              <a:rPr lang="en-CA" dirty="0"/>
              <a:t>Controlling a partner’s finances</a:t>
            </a:r>
          </a:p>
          <a:p>
            <a:r>
              <a:rPr lang="en-CA" dirty="0"/>
              <a:t>Humiliation and verbal abuse</a:t>
            </a:r>
          </a:p>
          <a:p>
            <a:r>
              <a:rPr lang="en-CA" dirty="0"/>
              <a:t>Intimidation and threats </a:t>
            </a:r>
          </a:p>
        </p:txBody>
      </p:sp>
      <p:pic>
        <p:nvPicPr>
          <p:cNvPr id="5" name="Picture 4" descr="A person in a black coat walking down a street&#10;&#10;Description automatically generated">
            <a:extLst>
              <a:ext uri="{FF2B5EF4-FFF2-40B4-BE49-F238E27FC236}">
                <a16:creationId xmlns:a16="http://schemas.microsoft.com/office/drawing/2014/main" id="{4F43DC9E-BAEE-31F5-4564-2DB5ACE90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382" y="2022900"/>
            <a:ext cx="4280107" cy="281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6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9081-3DE7-AEFE-3A96-A89303FDF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terms for 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8EDA9-2507-4FEB-B996-21288A56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Intimate partner violence</a:t>
            </a:r>
          </a:p>
          <a:p>
            <a:r>
              <a:rPr lang="en-CA" dirty="0"/>
              <a:t>Family violence </a:t>
            </a:r>
          </a:p>
          <a:p>
            <a:r>
              <a:rPr lang="en-CA" dirty="0"/>
              <a:t>Gender based violence</a:t>
            </a:r>
          </a:p>
        </p:txBody>
      </p:sp>
      <p:pic>
        <p:nvPicPr>
          <p:cNvPr id="5" name="Picture 4" descr="A child with braids and a shadow of a person&#10;&#10;Description automatically generated">
            <a:extLst>
              <a:ext uri="{FF2B5EF4-FFF2-40B4-BE49-F238E27FC236}">
                <a16:creationId xmlns:a16="http://schemas.microsoft.com/office/drawing/2014/main" id="{7D89E4BA-6743-988B-7BA5-FDED7526B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670" y="964388"/>
            <a:ext cx="4814115" cy="320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7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04B9-BFB1-81A7-F0F6-B072E9D8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322"/>
          </a:xfrm>
        </p:spPr>
        <p:txBody>
          <a:bodyPr/>
          <a:lstStyle/>
          <a:p>
            <a:r>
              <a:rPr lang="en-CA" dirty="0"/>
              <a:t>Canada: Key facts (</a:t>
            </a:r>
            <a:r>
              <a:rPr lang="en-CA" dirty="0" err="1"/>
              <a:t>Juristat</a:t>
            </a:r>
            <a:r>
              <a:rPr lang="en-CA" dirty="0"/>
              <a:t> 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D9549-0591-9466-DFE9-95F4B6820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448"/>
            <a:ext cx="10515600" cy="5352835"/>
          </a:xfrm>
        </p:spPr>
        <p:txBody>
          <a:bodyPr>
            <a:normAutofit/>
          </a:bodyPr>
          <a:lstStyle/>
          <a:p>
            <a:r>
              <a:rPr lang="en-CA" dirty="0"/>
              <a:t>One in four victims of police-reported violence victimized by a family member</a:t>
            </a:r>
          </a:p>
          <a:p>
            <a:endParaRPr lang="en-CA" dirty="0"/>
          </a:p>
          <a:p>
            <a:r>
              <a:rPr lang="en-CA" dirty="0"/>
              <a:t>Family violence in 2019 increased for the third year in a row, with larger increase among men and boys</a:t>
            </a:r>
          </a:p>
          <a:p>
            <a:endParaRPr lang="en-CA" dirty="0"/>
          </a:p>
          <a:p>
            <a:r>
              <a:rPr lang="en-CA" dirty="0"/>
              <a:t>Family-related sexual violence more than five times higher for women and girls than men and boys</a:t>
            </a:r>
          </a:p>
          <a:p>
            <a:endParaRPr lang="en-CA" dirty="0"/>
          </a:p>
          <a:p>
            <a:r>
              <a:rPr lang="en-CA" dirty="0"/>
              <a:t>Saskatchewan and Manitoba have highest rates of family violence among the provinces</a:t>
            </a:r>
          </a:p>
          <a:p>
            <a:endParaRPr lang="en-CA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2157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BFE5-38CD-739F-68DF-0EA7C230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738"/>
            <a:ext cx="10515600" cy="785581"/>
          </a:xfrm>
        </p:spPr>
        <p:txBody>
          <a:bodyPr/>
          <a:lstStyle/>
          <a:p>
            <a:pPr algn="ctr"/>
            <a:r>
              <a:rPr lang="en-CA" dirty="0"/>
              <a:t>6 common myths/misconceptions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C625-98DC-D7D9-E69F-D52B66800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834" y="1376736"/>
            <a:ext cx="10335802" cy="5383659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Domestic violence does not affect many people.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Domestic violence is just an occasional slap or punch that is not serious.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Drinking or drug abuse causes domestic violence.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If the abuser is truly sorry and promises to reform, the abuse will stop.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victim can always walk away from the relationship.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Victims have the types of personalities that seek out and encourage abuse. </a:t>
            </a:r>
          </a:p>
        </p:txBody>
      </p:sp>
    </p:spTree>
    <p:extLst>
      <p:ext uri="{BB962C8B-B14F-4D97-AF65-F5344CB8AC3E}">
        <p14:creationId xmlns:p14="http://schemas.microsoft.com/office/powerpoint/2010/main" val="236532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B099-3CAA-4842-BA11-99708DA4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Victims’ experiences </a:t>
            </a:r>
          </a:p>
        </p:txBody>
      </p:sp>
      <p:pic>
        <p:nvPicPr>
          <p:cNvPr id="5" name="Content Placeholder 4" descr="A person with a ponytail&#10;&#10;Description automatically generated">
            <a:extLst>
              <a:ext uri="{FF2B5EF4-FFF2-40B4-BE49-F238E27FC236}">
                <a16:creationId xmlns:a16="http://schemas.microsoft.com/office/drawing/2014/main" id="{339590D1-7BC0-F700-8ECA-534BD2484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620" y="1825970"/>
            <a:ext cx="7604803" cy="4215235"/>
          </a:xfrm>
        </p:spPr>
      </p:pic>
    </p:spTree>
    <p:extLst>
      <p:ext uri="{BB962C8B-B14F-4D97-AF65-F5344CB8AC3E}">
        <p14:creationId xmlns:p14="http://schemas.microsoft.com/office/powerpoint/2010/main" val="161882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04B8-AF3C-9CDB-9C9F-79997781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Leah: “Picture perfect life” </a:t>
            </a:r>
            <a:r>
              <a:rPr lang="en-CA" sz="1200" dirty="0"/>
              <a:t>(Huey and Broll 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BFB1F-9250-EBD9-B2EB-CC0E27FAF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the outside, Leah lived what appeared to be the picture-perfect life with a successful husband and beautiful home. “We had this image,” she said, “that we were this perfect entity.” </a:t>
            </a:r>
          </a:p>
          <a:p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reality was very different: “There were times when we were travelling around the world and times when he would put a knife to my throat. After the second and third time, I realized he wasn’t bullshitting. He really was gonna kill me.” Leah fled to a domestic violence shelter, because, she said, “I didn’t want to be a statistic.”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18780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B9E5-AEC5-6E8B-8F6A-4B3E0F35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6951"/>
          </a:xfrm>
        </p:spPr>
        <p:txBody>
          <a:bodyPr/>
          <a:lstStyle/>
          <a:p>
            <a:pPr algn="ctr"/>
            <a:r>
              <a:rPr lang="en-CA" dirty="0"/>
              <a:t>Tiffany: Afraid to leave </a:t>
            </a:r>
            <a:r>
              <a:rPr lang="en-CA" sz="1200" dirty="0"/>
              <a:t>(Huey and Broll 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F3F36-39AC-266F-674B-D4AF9051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915"/>
            <a:ext cx="10515600" cy="4798031"/>
          </a:xfrm>
        </p:spPr>
        <p:txBody>
          <a:bodyPr/>
          <a:lstStyle/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she was barely out of adolescence, Tiffany began a relationship with a forty-eight-year-old man. “We used to fight all time,” she said. “Do everything but break bones.” During one fight, “he put a butcher knife up to my neck and he had said, ‘I will kill you if you keep on doing something.’ He threatened to kill me a couple of times.” </a:t>
            </a:r>
          </a:p>
          <a:p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During another fight, he “literally hit me in the back of the head with a broomstick handle.” Like many women in her situation Tiffany said she “was too afraid to leave the relationship because I didn’t really have any other place to go. So, I just stayed.”</a:t>
            </a:r>
            <a:endParaRPr lang="en-C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4273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B9FA-4C17-B1D6-6437-40C66BDE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Gillian: Coercive control </a:t>
            </a:r>
            <a:r>
              <a:rPr lang="en-CA" sz="1200" dirty="0"/>
              <a:t>(Gilette 2023):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2B015-E4F7-E533-CB73-C978D9ECB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“coercive control can refer to any pattern of oppressive, dominating behavior that uses harm to steer one’s thoughts, feelings, and actions.”</a:t>
            </a:r>
          </a:p>
          <a:p>
            <a:endParaRPr lang="en-CA" dirty="0"/>
          </a:p>
          <a:p>
            <a:r>
              <a:rPr lang="en-CA" dirty="0"/>
              <a:t>“While coercive control is often seen through forms of emotional abuse in intimate partner settings, it can also involve the use of physical force.”</a:t>
            </a:r>
          </a:p>
        </p:txBody>
      </p:sp>
    </p:spTree>
    <p:extLst>
      <p:ext uri="{BB962C8B-B14F-4D97-AF65-F5344CB8AC3E}">
        <p14:creationId xmlns:p14="http://schemas.microsoft.com/office/powerpoint/2010/main" val="4053245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52F9-E7FC-587F-6D24-4BA4826A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Gillian’s experience of coercive control </a:t>
            </a:r>
            <a:br>
              <a:rPr lang="en-CA" dirty="0"/>
            </a:br>
            <a:r>
              <a:rPr lang="en-CA" sz="1200" dirty="0"/>
              <a:t>(Huey and Broll 2018):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A7784-C17D-6ADC-554C-0628F9C3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11" y="1825625"/>
            <a:ext cx="10881189" cy="4351338"/>
          </a:xfrm>
        </p:spPr>
        <p:txBody>
          <a:bodyPr>
            <a:normAutofit fontScale="92500"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Gillian had an extensive history of violent victimization, the beginnings of which she traced to a relationship with her ex-husband, the man she described as scaring her “down to [her] soul.” Gillian’s marriage, which she spoke of as being “a little abusive,” became completely dysfunctional when Gillian was introduced to crack cocaine, which her husband used to control her.</a:t>
            </a:r>
            <a:endParaRPr lang="en-CA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058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E62-EA1B-5F05-3AD9-7D51A31B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Gillian’s words: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6DCBB-B2A4-EBF1-8C76-2157CBB3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“I don’t know what he was into or what was up, but I knew that there were always baseballs of crack. There are so many things I don’t remember, so many times where I woke up in places that it would scare me. I don’t know if I was blacking out or what I was doing during those times … He abused me something terrible. He hurt me deeply on a physical level, spiritual level, psychological level.” </a:t>
            </a:r>
            <a:endParaRPr lang="en-CA" sz="2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9244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FA23-4586-EBC2-C925-8E3987FCE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8 signs of coercive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73FCB-4CF6-41E8-25C7-080739F4B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Assaults</a:t>
            </a:r>
          </a:p>
          <a:p>
            <a:r>
              <a:rPr lang="en-CA" dirty="0"/>
              <a:t>Threats</a:t>
            </a:r>
          </a:p>
          <a:p>
            <a:r>
              <a:rPr lang="en-CA" dirty="0"/>
              <a:t>Humiliation</a:t>
            </a:r>
          </a:p>
          <a:p>
            <a:r>
              <a:rPr lang="en-CA" dirty="0"/>
              <a:t>Isolation</a:t>
            </a:r>
          </a:p>
          <a:p>
            <a:r>
              <a:rPr lang="en-CA" dirty="0"/>
              <a:t>Activity monitoring</a:t>
            </a:r>
          </a:p>
          <a:p>
            <a:r>
              <a:rPr lang="en-CA" dirty="0"/>
              <a:t>Financial control</a:t>
            </a:r>
          </a:p>
          <a:p>
            <a:r>
              <a:rPr lang="en-CA" dirty="0"/>
              <a:t>Sexual coercion</a:t>
            </a:r>
          </a:p>
          <a:p>
            <a:r>
              <a:rPr lang="en-CA" dirty="0"/>
              <a:t>Restricting physical freedom and removing personal choice</a:t>
            </a:r>
          </a:p>
        </p:txBody>
      </p:sp>
      <p:pic>
        <p:nvPicPr>
          <p:cNvPr id="5" name="Picture 4" descr="A hand holding a person in a cage&#10;&#10;Description automatically generated">
            <a:extLst>
              <a:ext uri="{FF2B5EF4-FFF2-40B4-BE49-F238E27FC236}">
                <a16:creationId xmlns:a16="http://schemas.microsoft.com/office/drawing/2014/main" id="{6007E4D3-82B0-A235-2EF3-7FEA5C083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944" y="1633799"/>
            <a:ext cx="2849526" cy="359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9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75FD-DFB1-D1D4-9936-ECCE4ABA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Victim blaming</a:t>
            </a:r>
          </a:p>
        </p:txBody>
      </p:sp>
      <p:pic>
        <p:nvPicPr>
          <p:cNvPr id="5" name="Content Placeholder 4" descr="A black pen on a white background&#10;&#10;Description automatically generated">
            <a:extLst>
              <a:ext uri="{FF2B5EF4-FFF2-40B4-BE49-F238E27FC236}">
                <a16:creationId xmlns:a16="http://schemas.microsoft.com/office/drawing/2014/main" id="{64E13D51-2C5C-E708-A465-9F24802D8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45" y="1690687"/>
            <a:ext cx="4691184" cy="2404787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B38F6B2-FDC7-96DF-B17E-BE44B4321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818" y="1690687"/>
            <a:ext cx="6987265" cy="1874446"/>
          </a:xfrm>
          <a:prstGeom prst="rect">
            <a:avLst/>
          </a:prstGeom>
        </p:spPr>
      </p:pic>
      <p:pic>
        <p:nvPicPr>
          <p:cNvPr id="9" name="Picture 8" descr="A close up of black text&#10;&#10;Description automatically generated">
            <a:extLst>
              <a:ext uri="{FF2B5EF4-FFF2-40B4-BE49-F238E27FC236}">
                <a16:creationId xmlns:a16="http://schemas.microsoft.com/office/drawing/2014/main" id="{9153BD7E-6E4A-7076-7B25-BA1F2F1F8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85" y="4298252"/>
            <a:ext cx="7505851" cy="240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2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3024-259D-486A-B437-25C9A246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/>
              <a:t>*all done!*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6F011-9408-41AF-A555-85D493F20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141" y="1825625"/>
            <a:ext cx="3729718" cy="4351338"/>
          </a:xfrm>
        </p:spPr>
      </p:pic>
    </p:spTree>
    <p:extLst>
      <p:ext uri="{BB962C8B-B14F-4D97-AF65-F5344CB8AC3E}">
        <p14:creationId xmlns:p14="http://schemas.microsoft.com/office/powerpoint/2010/main" val="84744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768</Words>
  <Application>Microsoft Office PowerPoint</Application>
  <PresentationFormat>宽屏</PresentationFormat>
  <Paragraphs>66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Theme</vt:lpstr>
      <vt:lpstr>Domestic violence</vt:lpstr>
      <vt:lpstr>Defining it (Anova 2024)</vt:lpstr>
      <vt:lpstr>A few examples </vt:lpstr>
      <vt:lpstr>Other terms for DV</vt:lpstr>
      <vt:lpstr>Canada: Key facts (Juristat 2021)</vt:lpstr>
      <vt:lpstr>6 common myths/misconceptions</vt:lpstr>
      <vt:lpstr>Victims’ experiences </vt:lpstr>
      <vt:lpstr>Leah: “Picture perfect life” (Huey and Broll 2017)</vt:lpstr>
      <vt:lpstr>Tiffany: Afraid to leave (Huey and Broll 2017)</vt:lpstr>
      <vt:lpstr>Gillian: Coercive control (Gilette 2023):</vt:lpstr>
      <vt:lpstr>Gillian’s experience of coercive control  (Huey and Broll 2018): </vt:lpstr>
      <vt:lpstr>Gillian’s words: </vt:lpstr>
      <vt:lpstr>8 signs of coercive control</vt:lpstr>
      <vt:lpstr>Victim blaming</vt:lpstr>
      <vt:lpstr>*all done!*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Domestic violence</dc:title>
  <dc:creator>Laura Huey</dc:creator>
  <cp:lastModifiedBy>Laura Huey</cp:lastModifiedBy>
  <cp:revision>17</cp:revision>
  <dcterms:created xsi:type="dcterms:W3CDTF">2024-04-10T19:08:09Z</dcterms:created>
  <dcterms:modified xsi:type="dcterms:W3CDTF">2026-04-01T22:19:18Z</dcterms:modified>
</cp:coreProperties>
</file>